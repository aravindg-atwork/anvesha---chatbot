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adapter supplied in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the supplied power cable.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